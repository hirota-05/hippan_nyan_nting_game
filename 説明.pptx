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55BC71-8FE9-EC78-5ED0-2F7C5EEB1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0A4723-4E30-897A-1E18-A28BF9A6E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A1F94B-1808-EAF7-AF0C-483116534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9703-7173-4668-8BF3-2AA98906FD9F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52ADC4-B357-0FDA-6070-DE90EF89F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6B4478-2F13-E595-7D6A-BF4AB5B2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C01D-50EC-42D1-868B-3CAE64D0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755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A323A2-8BFF-5368-F385-F63B8F374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9721D7-2452-F074-B474-2EA51592E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D18FDC-6D40-2BBA-AD45-75B35C86E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9703-7173-4668-8BF3-2AA98906FD9F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D01408-C5A4-CB9F-BACA-BFB617E87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5EBA64-A99F-FD40-ACE3-5EE231FB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C01D-50EC-42D1-868B-3CAE64D0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0587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13CCB3-5BF6-7B2C-FCA1-CFF86EDC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2EC5EB-98CD-67D9-08DD-F2E1971FC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E40119-52E0-55D6-C06D-62E6E3F71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9703-7173-4668-8BF3-2AA98906FD9F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9CA42D-B79C-D6E5-5752-E22AEBDE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18AA79-BF32-51B2-1668-D74C1A310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C01D-50EC-42D1-868B-3CAE64D0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3457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11DA5A-884F-BA22-DA5F-39DC8570F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0BA7ED-5756-2B6D-678F-A393ED16E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65263F-43A4-DDC3-6814-188056329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5549FC-4069-4B0C-B77C-ADF344AD4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9703-7173-4668-8BF3-2AA98906FD9F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06E0A1-18D5-BF3F-314E-A16149CB8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1518BC-261E-4706-83ED-E0357C81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C01D-50EC-42D1-868B-3CAE64D0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39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C918AB-155B-0F2F-068C-94BEE19A3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52E523-EE2E-3682-058A-5889D0A17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143F68D-036E-C20D-A026-BE8D44A49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64EADC8-E48D-1773-65D2-E495B45E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9D6ECE0-39CA-B8C7-E9FE-E63AC4209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96E6240-E1A9-645C-39D9-AE072963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9703-7173-4668-8BF3-2AA98906FD9F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4133D76-62AD-461D-2EC6-76697CB52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354D3BB-5CE5-29B6-75EC-9B50D06E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C01D-50EC-42D1-868B-3CAE64D0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649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B0400A-A63D-6F87-F110-4D430780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D46E858-7628-9B70-9173-C9C734E1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9703-7173-4668-8BF3-2AA98906FD9F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2DEC95B-59F2-6B07-CA0A-79B3CFCA8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6313E3C-B38B-4AE6-6587-FB438984A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C01D-50EC-42D1-868B-3CAE64D0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956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0605C6A-04B2-B13B-E215-344A05EB5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9703-7173-4668-8BF3-2AA98906FD9F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8958F58-186D-2921-8D7B-F04DFF84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CA914C-4773-11CA-876A-F80EFA33A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C01D-50EC-42D1-868B-3CAE64D0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087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32B797-B0B8-C444-365E-65814F828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89A752-AF6B-3964-DCCE-937D1C31E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46A4512-C50A-8490-22C1-C45EB4CDD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031A7A1-766F-F574-3717-414E04BF8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9703-7173-4668-8BF3-2AA98906FD9F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EE5FA1-08AA-4B36-69D1-084C28FB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0D7EB9-C523-4101-B04C-1CF3D630E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C01D-50EC-42D1-868B-3CAE64D0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4758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79F359-B462-AA2D-B5CD-B53A0BDAB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7AD4210-E9B0-4833-D402-DF948355B3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174500-EBCB-D3D1-D07F-FDA34572B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D41FEA-BB49-6C4B-10A3-AAFDE421D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9703-7173-4668-8BF3-2AA98906FD9F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8691FE-62C7-8778-AF68-10F8932D4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FD59DA-3C9A-8963-6FC9-2421E4EC1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C01D-50EC-42D1-868B-3CAE64D0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162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A4F4B5-F685-2639-ADA5-955D61DB3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CC3C1B-DF37-F08A-16D8-3484C0ADC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64A12B-8D72-F708-4237-AA9F4B53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9703-7173-4668-8BF3-2AA98906FD9F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2880D1-7877-9CD9-6D1C-66981D7A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07B4E3-45A2-25BE-23D0-7324FE47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C01D-50EC-42D1-868B-3CAE64D0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4528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4D4B787-DE71-31BB-B886-60E9D386D8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E2007E-EC43-38E8-3A28-176C82E21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F8DC5B-F541-6987-6D9F-C1B8EF11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9703-7173-4668-8BF3-2AA98906FD9F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3DDBF8-4D33-200E-CD62-D460AEFDA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C8EB98-75F3-B386-652A-F5F5B119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C01D-50EC-42D1-868B-3CAE64D0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828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295FA5A-B04E-3C8D-855B-5D0FF7CD7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47B259-8289-8F15-7D40-39A85E3AE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99A4EF-E155-563E-C4B8-977BD550B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F9703-7173-4668-8BF3-2AA98906FD9F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5E54BC-3442-6D1C-5ECE-0BB31E2DF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96AD58-F593-4235-06EA-1A85ACE9D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9C01D-50EC-42D1-868B-3CAE64D0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4588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AEF512B-707B-418C-B0FD-373418A2B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9" y="-9709"/>
            <a:ext cx="5141791" cy="1807346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577ED617-84D4-04E4-FE28-2607DDDF06E1}"/>
              </a:ext>
            </a:extLst>
          </p:cNvPr>
          <p:cNvGrpSpPr/>
          <p:nvPr/>
        </p:nvGrpSpPr>
        <p:grpSpPr>
          <a:xfrm>
            <a:off x="517235" y="1766599"/>
            <a:ext cx="5717309" cy="4920528"/>
            <a:chOff x="517235" y="1766599"/>
            <a:chExt cx="5717309" cy="4920528"/>
          </a:xfrm>
        </p:grpSpPr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595B2394-99A0-0846-10FC-A10BE28F3D63}"/>
                </a:ext>
              </a:extLst>
            </p:cNvPr>
            <p:cNvSpPr/>
            <p:nvPr/>
          </p:nvSpPr>
          <p:spPr>
            <a:xfrm>
              <a:off x="517235" y="1766599"/>
              <a:ext cx="5717309" cy="4920528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261755B9-F557-D3DD-287D-9F8DA008B021}"/>
                </a:ext>
              </a:extLst>
            </p:cNvPr>
            <p:cNvSpPr/>
            <p:nvPr/>
          </p:nvSpPr>
          <p:spPr>
            <a:xfrm>
              <a:off x="632689" y="2614729"/>
              <a:ext cx="5486400" cy="111216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/>
                <a:t>🎮猫を飛ばして敵を倒す！爽快アクションゲーム</a:t>
              </a:r>
              <a:endParaRPr lang="en-US" altLang="ja-JP" b="1" dirty="0"/>
            </a:p>
            <a:p>
              <a:r>
                <a:rPr kumimoji="1" lang="ja-JP" altLang="en-US" b="1" dirty="0"/>
                <a:t>　</a:t>
              </a:r>
              <a:r>
                <a:rPr kumimoji="1" lang="ja-JP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プレイヤーはキャラクターの飛ぶ方向とその勢いを決めて猫を吹っ飛ばしスコアを稼ぐ</a:t>
              </a:r>
              <a:endParaRPr kumimoji="1" lang="ja-JP" alt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7370B0FC-7B83-1FF9-037E-E1E7865BB889}"/>
                </a:ext>
              </a:extLst>
            </p:cNvPr>
            <p:cNvSpPr txBox="1"/>
            <p:nvPr/>
          </p:nvSpPr>
          <p:spPr>
            <a:xfrm>
              <a:off x="812799" y="1949895"/>
              <a:ext cx="47105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u="sng" dirty="0">
                  <a:solidFill>
                    <a:schemeClr val="bg1"/>
                  </a:solidFill>
                </a:rPr>
                <a:t>①ゲーム概要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6F9666B9-DE0F-6AAC-2D6E-174A09E0DDDF}"/>
                </a:ext>
              </a:extLst>
            </p:cNvPr>
            <p:cNvSpPr txBox="1"/>
            <p:nvPr/>
          </p:nvSpPr>
          <p:spPr>
            <a:xfrm>
              <a:off x="812799" y="2245397"/>
              <a:ext cx="40547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>
                  <a:solidFill>
                    <a:schemeClr val="bg1"/>
                  </a:solidFill>
                </a:rPr>
                <a:t>・</a:t>
              </a:r>
              <a:r>
                <a:rPr kumimoji="1" lang="en-US" altLang="ja-JP" dirty="0">
                  <a:solidFill>
                    <a:schemeClr val="bg1"/>
                  </a:solidFill>
                </a:rPr>
                <a:t>2D</a:t>
              </a:r>
              <a:r>
                <a:rPr kumimoji="1" lang="ja-JP" altLang="en-US" dirty="0">
                  <a:solidFill>
                    <a:schemeClr val="bg1"/>
                  </a:solidFill>
                </a:rPr>
                <a:t>物理アクションゲーム</a:t>
              </a:r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6B1DDB24-4125-144E-A0DA-445DC92E4E32}"/>
                </a:ext>
              </a:extLst>
            </p:cNvPr>
            <p:cNvSpPr/>
            <p:nvPr/>
          </p:nvSpPr>
          <p:spPr>
            <a:xfrm>
              <a:off x="632689" y="3900055"/>
              <a:ext cx="5486400" cy="111216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/>
                <a:t>🎮攻撃もできる！</a:t>
              </a:r>
              <a:endParaRPr lang="en-US" altLang="ja-JP" b="1" dirty="0"/>
            </a:p>
            <a:p>
              <a:r>
                <a:rPr kumimoji="1" lang="ja-JP" altLang="en-US" b="1" dirty="0"/>
                <a:t>　</a:t>
              </a:r>
              <a:r>
                <a:rPr kumimoji="1" lang="ja-JP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プレイヤーは猫が飛んでいる間攻撃することができ、攻撃で敵を倒すことでスコアをさらに伸ばすことができる</a:t>
              </a:r>
              <a:endParaRPr kumimoji="1" lang="ja-JP" alt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5AC26DEE-3EC3-6A47-37C6-A92C43AA1930}"/>
                </a:ext>
              </a:extLst>
            </p:cNvPr>
            <p:cNvSpPr/>
            <p:nvPr/>
          </p:nvSpPr>
          <p:spPr>
            <a:xfrm>
              <a:off x="632689" y="5185382"/>
              <a:ext cx="5486400" cy="111216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/>
                <a:t>🏆クリア条件</a:t>
              </a:r>
              <a:endParaRPr lang="en-US" altLang="ja-JP" b="1" dirty="0"/>
            </a:p>
            <a:p>
              <a:r>
                <a:rPr kumimoji="1" lang="ja-JP" altLang="en-US" b="1" dirty="0"/>
                <a:t>　</a:t>
              </a:r>
              <a:r>
                <a:rPr kumimoji="1" lang="ja-JP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プレイヤーはゲーム内でより多くのスコアを稼ぐことを目標とする。</a:t>
              </a:r>
              <a:r>
                <a:rPr kumimoji="1" lang="en-US" altLang="ja-JP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35000</a:t>
              </a:r>
              <a:r>
                <a:rPr kumimoji="1" lang="ja-JP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スコア以上によりゲームクリアとなる</a:t>
              </a:r>
              <a:endParaRPr kumimoji="1" lang="ja-JP" alt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C22DD9B-B821-622D-5743-CFB7C4A912A6}"/>
              </a:ext>
            </a:extLst>
          </p:cNvPr>
          <p:cNvGrpSpPr/>
          <p:nvPr/>
        </p:nvGrpSpPr>
        <p:grpSpPr>
          <a:xfrm>
            <a:off x="6349998" y="1766599"/>
            <a:ext cx="5717309" cy="4920528"/>
            <a:chOff x="517235" y="1766599"/>
            <a:chExt cx="5717309" cy="4920528"/>
          </a:xfrm>
        </p:grpSpPr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D517621D-2AB9-33D7-600A-802C766361F8}"/>
                </a:ext>
              </a:extLst>
            </p:cNvPr>
            <p:cNvSpPr/>
            <p:nvPr/>
          </p:nvSpPr>
          <p:spPr>
            <a:xfrm>
              <a:off x="517235" y="1766599"/>
              <a:ext cx="5717309" cy="4920528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4" name="四角形: 角を丸くする 23">
              <a:extLst>
                <a:ext uri="{FF2B5EF4-FFF2-40B4-BE49-F238E27FC236}">
                  <a16:creationId xmlns:a16="http://schemas.microsoft.com/office/drawing/2014/main" id="{17CC1702-6FD0-23CF-311C-447C8E17E359}"/>
                </a:ext>
              </a:extLst>
            </p:cNvPr>
            <p:cNvSpPr/>
            <p:nvPr/>
          </p:nvSpPr>
          <p:spPr>
            <a:xfrm>
              <a:off x="632689" y="2614729"/>
              <a:ext cx="5486400" cy="572501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400" b="1" dirty="0"/>
                <a:t>操作アクション</a:t>
              </a:r>
              <a:r>
                <a:rPr lang="en-US" altLang="ja-JP" sz="1400" b="1" dirty="0"/>
                <a:t>	</a:t>
              </a:r>
              <a:r>
                <a:rPr lang="ja-JP" altLang="en-US" sz="1400" b="1" dirty="0"/>
                <a:t>コントローラー　　　　　キーボード</a:t>
              </a:r>
              <a:endParaRPr lang="en-US" altLang="ja-JP" sz="1400" b="1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155F3B9F-896D-EBB1-8E4F-0F15DB928F2E}"/>
                </a:ext>
              </a:extLst>
            </p:cNvPr>
            <p:cNvSpPr txBox="1"/>
            <p:nvPr/>
          </p:nvSpPr>
          <p:spPr>
            <a:xfrm>
              <a:off x="812799" y="1949895"/>
              <a:ext cx="47105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u="sng" dirty="0">
                  <a:solidFill>
                    <a:schemeClr val="bg1"/>
                  </a:solidFill>
                </a:rPr>
                <a:t>②操作説明</a:t>
              </a: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878610AD-129E-278D-0301-8F18E84D204B}"/>
                </a:ext>
              </a:extLst>
            </p:cNvPr>
            <p:cNvSpPr txBox="1"/>
            <p:nvPr/>
          </p:nvSpPr>
          <p:spPr>
            <a:xfrm>
              <a:off x="812799" y="2245397"/>
              <a:ext cx="43734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>
                  <a:solidFill>
                    <a:schemeClr val="bg1"/>
                  </a:solidFill>
                </a:rPr>
                <a:t>・</a:t>
              </a:r>
              <a:r>
                <a:rPr lang="ja-JP" altLang="en-US" dirty="0">
                  <a:solidFill>
                    <a:schemeClr val="bg1"/>
                  </a:solidFill>
                </a:rPr>
                <a:t>基本的にコントローラーを使用する</a:t>
              </a:r>
              <a:r>
                <a:rPr lang="en-US" altLang="ja-JP" dirty="0">
                  <a:solidFill>
                    <a:schemeClr val="bg1"/>
                  </a:solidFill>
                </a:rPr>
                <a:t>	</a:t>
              </a:r>
            </a:p>
          </p:txBody>
        </p:sp>
      </p:grp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58C0B694-685B-5E1A-4565-E6231327920C}"/>
              </a:ext>
            </a:extLst>
          </p:cNvPr>
          <p:cNvSpPr/>
          <p:nvPr/>
        </p:nvSpPr>
        <p:spPr>
          <a:xfrm>
            <a:off x="8365833" y="3294541"/>
            <a:ext cx="1055258" cy="30777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A</a:t>
            </a:r>
            <a:r>
              <a:rPr kumimoji="1" lang="ja-JP" altLang="en-US" sz="1400" dirty="0"/>
              <a:t>ボタン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DCCF3DF-1B56-CA53-B4D3-A0E084CF36EF}"/>
              </a:ext>
            </a:extLst>
          </p:cNvPr>
          <p:cNvSpPr txBox="1"/>
          <p:nvPr/>
        </p:nvSpPr>
        <p:spPr>
          <a:xfrm>
            <a:off x="6393871" y="3294541"/>
            <a:ext cx="1856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solidFill>
                  <a:schemeClr val="bg1"/>
                </a:solidFill>
              </a:rPr>
              <a:t>ゲージ＆方向の確定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B1DAE89-5AFB-0503-FB2D-F6CD25079997}"/>
              </a:ext>
            </a:extLst>
          </p:cNvPr>
          <p:cNvSpPr txBox="1"/>
          <p:nvPr/>
        </p:nvSpPr>
        <p:spPr>
          <a:xfrm>
            <a:off x="6393869" y="3721944"/>
            <a:ext cx="1856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solidFill>
                  <a:schemeClr val="bg1"/>
                </a:solidFill>
              </a:rPr>
              <a:t>方向の操作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BCAF342-274A-1AE7-8B3D-3EF05F1FF775}"/>
              </a:ext>
            </a:extLst>
          </p:cNvPr>
          <p:cNvSpPr txBox="1"/>
          <p:nvPr/>
        </p:nvSpPr>
        <p:spPr>
          <a:xfrm>
            <a:off x="6393869" y="4147713"/>
            <a:ext cx="1856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solidFill>
                  <a:schemeClr val="bg1"/>
                </a:solidFill>
              </a:rPr>
              <a:t>攻撃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07A51A2-7A9A-DB0E-020B-538756E2E4F2}"/>
              </a:ext>
            </a:extLst>
          </p:cNvPr>
          <p:cNvSpPr txBox="1"/>
          <p:nvPr/>
        </p:nvSpPr>
        <p:spPr>
          <a:xfrm>
            <a:off x="6393869" y="4570102"/>
            <a:ext cx="1856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solidFill>
                  <a:schemeClr val="bg1"/>
                </a:solidFill>
              </a:rPr>
              <a:t>ボタンの決定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036078E0-D9D2-E22B-B7DE-2D031B44B079}"/>
              </a:ext>
            </a:extLst>
          </p:cNvPr>
          <p:cNvSpPr/>
          <p:nvPr/>
        </p:nvSpPr>
        <p:spPr>
          <a:xfrm>
            <a:off x="8365831" y="3721943"/>
            <a:ext cx="1267696" cy="30777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L</a:t>
            </a:r>
            <a:r>
              <a:rPr lang="ja-JP" altLang="en-US" sz="1400" dirty="0"/>
              <a:t>スティック</a:t>
            </a:r>
            <a:endParaRPr kumimoji="1" lang="ja-JP" altLang="en-US" sz="1400" dirty="0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1386D986-B5B5-A3FF-0859-0A78969E6B14}"/>
              </a:ext>
            </a:extLst>
          </p:cNvPr>
          <p:cNvSpPr/>
          <p:nvPr/>
        </p:nvSpPr>
        <p:spPr>
          <a:xfrm>
            <a:off x="8365831" y="4153558"/>
            <a:ext cx="1055258" cy="30777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B</a:t>
            </a:r>
            <a:r>
              <a:rPr lang="ja-JP" altLang="en-US" sz="1400" dirty="0"/>
              <a:t>ボタン</a:t>
            </a:r>
            <a:endParaRPr kumimoji="1" lang="ja-JP" altLang="en-US" sz="1400" dirty="0"/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183DE49D-5F50-8D90-3AB6-482DF6F597E3}"/>
              </a:ext>
            </a:extLst>
          </p:cNvPr>
          <p:cNvSpPr/>
          <p:nvPr/>
        </p:nvSpPr>
        <p:spPr>
          <a:xfrm>
            <a:off x="8365830" y="4570101"/>
            <a:ext cx="1055258" cy="30777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A</a:t>
            </a:r>
            <a:r>
              <a:rPr kumimoji="1" lang="ja-JP" altLang="en-US" sz="1400" dirty="0"/>
              <a:t>ボタン</a:t>
            </a: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11EDD932-3B4F-B359-438E-AE5976598000}"/>
              </a:ext>
            </a:extLst>
          </p:cNvPr>
          <p:cNvSpPr/>
          <p:nvPr/>
        </p:nvSpPr>
        <p:spPr>
          <a:xfrm>
            <a:off x="10542148" y="3294541"/>
            <a:ext cx="1055258" cy="30777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Z</a:t>
            </a:r>
            <a:r>
              <a:rPr kumimoji="1" lang="ja-JP" altLang="en-US" sz="1400" dirty="0"/>
              <a:t>キー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236C6605-7A46-B984-F16F-43AD3387E8C6}"/>
              </a:ext>
            </a:extLst>
          </p:cNvPr>
          <p:cNvSpPr/>
          <p:nvPr/>
        </p:nvSpPr>
        <p:spPr>
          <a:xfrm>
            <a:off x="10542148" y="3724253"/>
            <a:ext cx="1055258" cy="30777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方向キー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7F3E8EA3-7380-8046-3181-002FFA0266FF}"/>
              </a:ext>
            </a:extLst>
          </p:cNvPr>
          <p:cNvSpPr/>
          <p:nvPr/>
        </p:nvSpPr>
        <p:spPr>
          <a:xfrm>
            <a:off x="10542147" y="4153558"/>
            <a:ext cx="1055258" cy="30777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X</a:t>
            </a:r>
            <a:r>
              <a:rPr kumimoji="1" lang="ja-JP" altLang="en-US" sz="1400" dirty="0"/>
              <a:t>キー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C806E042-8877-4CE1-2AF9-E0810654134F}"/>
              </a:ext>
            </a:extLst>
          </p:cNvPr>
          <p:cNvSpPr/>
          <p:nvPr/>
        </p:nvSpPr>
        <p:spPr>
          <a:xfrm>
            <a:off x="10542147" y="4570101"/>
            <a:ext cx="1055258" cy="30777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Z</a:t>
            </a:r>
            <a:r>
              <a:rPr lang="ja-JP" altLang="en-US" sz="1400" dirty="0"/>
              <a:t>キー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60441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140</Words>
  <Application>Microsoft Office PowerPoint</Application>
  <PresentationFormat>ワイド画面</PresentationFormat>
  <Paragraphs>23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廣田　凌</dc:creator>
  <cp:lastModifiedBy>廣田　凌</cp:lastModifiedBy>
  <cp:revision>2</cp:revision>
  <dcterms:created xsi:type="dcterms:W3CDTF">2026-09-02T02:23:16Z</dcterms:created>
  <dcterms:modified xsi:type="dcterms:W3CDTF">2026-09-02T02:48:03Z</dcterms:modified>
</cp:coreProperties>
</file>