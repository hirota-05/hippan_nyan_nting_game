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300" r:id="rId5"/>
    <p:sldId id="265" r:id="rId6"/>
    <p:sldId id="294" r:id="rId7"/>
    <p:sldId id="304" r:id="rId8"/>
    <p:sldId id="305" r:id="rId9"/>
    <p:sldId id="307" r:id="rId10"/>
    <p:sldId id="309" r:id="rId11"/>
    <p:sldId id="306" r:id="rId12"/>
    <p:sldId id="308" r:id="rId13"/>
    <p:sldId id="310" r:id="rId14"/>
    <p:sldId id="303" r:id="rId15"/>
    <p:sldId id="287" r:id="rId16"/>
    <p:sldId id="296" r:id="rId17"/>
    <p:sldId id="297" r:id="rId18"/>
    <p:sldId id="298" r:id="rId19"/>
    <p:sldId id="299" r:id="rId20"/>
    <p:sldId id="302" r:id="rId21"/>
    <p:sldId id="281" r:id="rId22"/>
    <p:sldId id="266" r:id="rId23"/>
    <p:sldId id="273" r:id="rId24"/>
    <p:sldId id="285" r:id="rId25"/>
    <p:sldId id="274" r:id="rId26"/>
    <p:sldId id="311" r:id="rId27"/>
    <p:sldId id="282" r:id="rId28"/>
    <p:sldId id="301" r:id="rId29"/>
    <p:sldId id="283" r:id="rId30"/>
    <p:sldId id="284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BB5"/>
    <a:srgbClr val="ED7A93"/>
    <a:srgbClr val="71AADC"/>
    <a:srgbClr val="4DA5DD"/>
    <a:srgbClr val="EA6194"/>
    <a:srgbClr val="EF858C"/>
    <a:srgbClr val="FEDE84"/>
    <a:srgbClr val="777777"/>
    <a:srgbClr val="FDE09A"/>
    <a:srgbClr val="F8E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0" dt="2026-09-01T03:33:13.430"/>
    <p1510:client id="{12580EEB-C504-AA6F-181F-5C8D583AC2C9}" v="178" dt="2026-09-01T03:30:08.747"/>
    <p1510:client id="{3FCC151C-2E0F-F171-2A31-2495228A56BE}" v="117" dt="2026-09-01T07:38:08.890"/>
    <p1510:client id="{C4534F9B-B269-3815-1296-32F7B0794B15}" v="3" dt="2026-09-01T02:52:25.182"/>
    <p1510:client id="{CA56114E-66A2-7355-5A14-30C48F074367}" v="11" dt="2026-09-01T07:28:26.122"/>
    <p1510:client id="{F6EDF22D-14FA-9D94-65AC-22E2750775E4}" v="52" dt="2026-09-01T04:49:32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井上　勝也" userId="S::fko2647048@stu.o-hara.ac.jp::b293d7cb-8bcd-4754-935e-0d5bc6b7f2bf" providerId="AD" clId="Web-{C4534F9B-B269-3815-1296-32F7B0794B15}"/>
    <pc:docChg chg="modSld">
      <pc:chgData name="井上　勝也" userId="S::fko2647048@stu.o-hara.ac.jp::b293d7cb-8bcd-4754-935e-0d5bc6b7f2bf" providerId="AD" clId="Web-{C4534F9B-B269-3815-1296-32F7B0794B15}" dt="2026-09-01T02:52:24.275" v="0" actId="20577"/>
      <pc:docMkLst>
        <pc:docMk/>
      </pc:docMkLst>
      <pc:sldChg chg="modSp">
        <pc:chgData name="井上　勝也" userId="S::fko2647048@stu.o-hara.ac.jp::b293d7cb-8bcd-4754-935e-0d5bc6b7f2bf" providerId="AD" clId="Web-{C4534F9B-B269-3815-1296-32F7B0794B15}" dt="2026-09-01T02:52:24.275" v="0" actId="20577"/>
        <pc:sldMkLst>
          <pc:docMk/>
          <pc:sldMk cId="3260024159" sldId="285"/>
        </pc:sldMkLst>
        <pc:spChg chg="mod">
          <ac:chgData name="井上　勝也" userId="S::fko2647048@stu.o-hara.ac.jp::b293d7cb-8bcd-4754-935e-0d5bc6b7f2bf" providerId="AD" clId="Web-{C4534F9B-B269-3815-1296-32F7B0794B15}" dt="2026-09-01T02:52:24.275" v="0" actId="20577"/>
          <ac:spMkLst>
            <pc:docMk/>
            <pc:sldMk cId="3260024159" sldId="285"/>
            <ac:spMk id="9" creationId="{00000000-0000-0000-0000-000000000000}"/>
          </ac:spMkLst>
        </pc:spChg>
      </pc:sldChg>
    </pc:docChg>
  </pc:docChgLst>
  <pc:docChgLst>
    <pc:chgData name="井上　勝也" userId="S::fko2647048@stu.o-hara.ac.jp::b293d7cb-8bcd-4754-935e-0d5bc6b7f2bf" providerId="AD" clId="Web-{CA56114E-66A2-7355-5A14-30C48F074367}"/>
    <pc:docChg chg="modSld">
      <pc:chgData name="井上　勝也" userId="S::fko2647048@stu.o-hara.ac.jp::b293d7cb-8bcd-4754-935e-0d5bc6b7f2bf" providerId="AD" clId="Web-{CA56114E-66A2-7355-5A14-30C48F074367}" dt="2026-09-01T07:28:24.763" v="4" actId="20577"/>
      <pc:docMkLst>
        <pc:docMk/>
      </pc:docMkLst>
      <pc:sldChg chg="modSp">
        <pc:chgData name="井上　勝也" userId="S::fko2647048@stu.o-hara.ac.jp::b293d7cb-8bcd-4754-935e-0d5bc6b7f2bf" providerId="AD" clId="Web-{CA56114E-66A2-7355-5A14-30C48F074367}" dt="2026-09-01T07:28:24.763" v="4" actId="20577"/>
        <pc:sldMkLst>
          <pc:docMk/>
          <pc:sldMk cId="3260024159" sldId="285"/>
        </pc:sldMkLst>
        <pc:spChg chg="mod">
          <ac:chgData name="井上　勝也" userId="S::fko2647048@stu.o-hara.ac.jp::b293d7cb-8bcd-4754-935e-0d5bc6b7f2bf" providerId="AD" clId="Web-{CA56114E-66A2-7355-5A14-30C48F074367}" dt="2026-09-01T07:28:24.763" v="4" actId="20577"/>
          <ac:spMkLst>
            <pc:docMk/>
            <pc:sldMk cId="3260024159" sldId="285"/>
            <ac:spMk id="10" creationId="{00000000-0000-0000-0000-000000000000}"/>
          </ac:spMkLst>
        </pc:spChg>
      </pc:sldChg>
    </pc:docChg>
  </pc:docChgLst>
  <pc:docChgLst>
    <pc:chgData name="入江　ゆうひ" userId="S::fko2647024@stu.o-hara.ac.jp::c072ef58-f4aa-43bb-a6a6-f946e6665154" providerId="AD" clId="Web-{12580EEB-C504-AA6F-181F-5C8D583AC2C9}"/>
    <pc:docChg chg="modSld">
      <pc:chgData name="入江　ゆうひ" userId="S::fko2647024@stu.o-hara.ac.jp::c072ef58-f4aa-43bb-a6a6-f946e6665154" providerId="AD" clId="Web-{12580EEB-C504-AA6F-181F-5C8D583AC2C9}" dt="2026-09-01T03:30:07.309" v="93" actId="20577"/>
      <pc:docMkLst>
        <pc:docMk/>
      </pc:docMkLst>
      <pc:sldChg chg="modSp">
        <pc:chgData name="入江　ゆうひ" userId="S::fko2647024@stu.o-hara.ac.jp::c072ef58-f4aa-43bb-a6a6-f946e6665154" providerId="AD" clId="Web-{12580EEB-C504-AA6F-181F-5C8D583AC2C9}" dt="2026-09-01T03:29:39.247" v="74" actId="20577"/>
        <pc:sldMkLst>
          <pc:docMk/>
          <pc:sldMk cId="3951316569" sldId="274"/>
        </pc:sldMkLst>
        <pc:spChg chg="mod">
          <ac:chgData name="入江　ゆうひ" userId="S::fko2647024@stu.o-hara.ac.jp::c072ef58-f4aa-43bb-a6a6-f946e6665154" providerId="AD" clId="Web-{12580EEB-C504-AA6F-181F-5C8D583AC2C9}" dt="2026-09-01T03:29:39.247" v="74" actId="20577"/>
          <ac:spMkLst>
            <pc:docMk/>
            <pc:sldMk cId="3951316569" sldId="274"/>
            <ac:spMk id="4" creationId="{00000000-0000-0000-0000-000000000000}"/>
          </ac:spMkLst>
        </pc:spChg>
        <pc:spChg chg="mod">
          <ac:chgData name="入江　ゆうひ" userId="S::fko2647024@stu.o-hara.ac.jp::c072ef58-f4aa-43bb-a6a6-f946e6665154" providerId="AD" clId="Web-{12580EEB-C504-AA6F-181F-5C8D583AC2C9}" dt="2026-09-01T03:29:20.934" v="59" actId="20577"/>
          <ac:spMkLst>
            <pc:docMk/>
            <pc:sldMk cId="3951316569" sldId="274"/>
            <ac:spMk id="9" creationId="{00000000-0000-0000-0000-000000000000}"/>
          </ac:spMkLst>
        </pc:spChg>
      </pc:sldChg>
      <pc:sldChg chg="modSp">
        <pc:chgData name="入江　ゆうひ" userId="S::fko2647024@stu.o-hara.ac.jp::c072ef58-f4aa-43bb-a6a6-f946e6665154" providerId="AD" clId="Web-{12580EEB-C504-AA6F-181F-5C8D583AC2C9}" dt="2026-09-01T03:30:07.309" v="93" actId="20577"/>
        <pc:sldMkLst>
          <pc:docMk/>
          <pc:sldMk cId="1896203460" sldId="284"/>
        </pc:sldMkLst>
        <pc:spChg chg="mod">
          <ac:chgData name="入江　ゆうひ" userId="S::fko2647024@stu.o-hara.ac.jp::c072ef58-f4aa-43bb-a6a6-f946e6665154" providerId="AD" clId="Web-{12580EEB-C504-AA6F-181F-5C8D583AC2C9}" dt="2026-09-01T03:30:07.309" v="93" actId="20577"/>
          <ac:spMkLst>
            <pc:docMk/>
            <pc:sldMk cId="1896203460" sldId="284"/>
            <ac:spMk id="4" creationId="{00000000-0000-0000-0000-000000000000}"/>
          </ac:spMkLst>
        </pc:spChg>
        <pc:spChg chg="mod">
          <ac:chgData name="入江　ゆうひ" userId="S::fko2647024@stu.o-hara.ac.jp::c072ef58-f4aa-43bb-a6a6-f946e6665154" providerId="AD" clId="Web-{12580EEB-C504-AA6F-181F-5C8D583AC2C9}" dt="2026-09-01T03:29:56.997" v="81" actId="20577"/>
          <ac:spMkLst>
            <pc:docMk/>
            <pc:sldMk cId="1896203460" sldId="284"/>
            <ac:spMk id="9" creationId="{00000000-0000-0000-0000-000000000000}"/>
          </ac:spMkLst>
        </pc:spChg>
        <pc:picChg chg="mod">
          <ac:chgData name="入江　ゆうひ" userId="S::fko2647024@stu.o-hara.ac.jp::c072ef58-f4aa-43bb-a6a6-f946e6665154" providerId="AD" clId="Web-{12580EEB-C504-AA6F-181F-5C8D583AC2C9}" dt="2026-09-01T02:55:07.212" v="29" actId="1076"/>
          <ac:picMkLst>
            <pc:docMk/>
            <pc:sldMk cId="1896203460" sldId="284"/>
            <ac:picMk id="3" creationId="{00000000-0000-0000-0000-000000000000}"/>
          </ac:picMkLst>
        </pc:picChg>
      </pc:sldChg>
    </pc:docChg>
  </pc:docChgLst>
  <pc:docChgLst>
    <pc:chgData name="草野　颯" userId="S::fko2647058@stu.o-hara.ac.jp::284267f7-736d-4a07-8c2a-06f3d1e1596b" providerId="AD" clId="Web-{3FCC151C-2E0F-F171-2A31-2495228A56BE}"/>
    <pc:docChg chg="modSld">
      <pc:chgData name="草野　颯" userId="S::fko2647058@stu.o-hara.ac.jp::284267f7-736d-4a07-8c2a-06f3d1e1596b" providerId="AD" clId="Web-{3FCC151C-2E0F-F171-2A31-2495228A56BE}" dt="2026-09-01T07:38:08.890" v="62" actId="20577"/>
      <pc:docMkLst>
        <pc:docMk/>
      </pc:docMkLst>
      <pc:sldChg chg="modSp">
        <pc:chgData name="草野　颯" userId="S::fko2647058@stu.o-hara.ac.jp::284267f7-736d-4a07-8c2a-06f3d1e1596b" providerId="AD" clId="Web-{3FCC151C-2E0F-F171-2A31-2495228A56BE}" dt="2026-09-01T07:38:08.890" v="62" actId="20577"/>
        <pc:sldMkLst>
          <pc:docMk/>
          <pc:sldMk cId="2408197289" sldId="282"/>
        </pc:sldMkLst>
        <pc:spChg chg="mod">
          <ac:chgData name="草野　颯" userId="S::fko2647058@stu.o-hara.ac.jp::284267f7-736d-4a07-8c2a-06f3d1e1596b" providerId="AD" clId="Web-{3FCC151C-2E0F-F171-2A31-2495228A56BE}" dt="2026-09-01T07:38:05.156" v="46" actId="20577"/>
          <ac:spMkLst>
            <pc:docMk/>
            <pc:sldMk cId="2408197289" sldId="282"/>
            <ac:spMk id="4" creationId="{00000000-0000-0000-0000-000000000000}"/>
          </ac:spMkLst>
        </pc:spChg>
        <pc:spChg chg="mod">
          <ac:chgData name="草野　颯" userId="S::fko2647058@stu.o-hara.ac.jp::284267f7-736d-4a07-8c2a-06f3d1e1596b" providerId="AD" clId="Web-{3FCC151C-2E0F-F171-2A31-2495228A56BE}" dt="2026-09-01T07:38:08.890" v="62" actId="20577"/>
          <ac:spMkLst>
            <pc:docMk/>
            <pc:sldMk cId="2408197289" sldId="282"/>
            <ac:spMk id="9" creationId="{00000000-0000-0000-0000-000000000000}"/>
          </ac:spMkLst>
        </pc:spChg>
      </pc:sldChg>
    </pc:docChg>
  </pc:docChgLst>
  <pc:docChgLst>
    <pc:chgData name="井上　勝也" userId="S::fko2647048@stu.o-hara.ac.jp::b293d7cb-8bcd-4754-935e-0d5bc6b7f2bf" providerId="AD" clId="Web-{F6EDF22D-14FA-9D94-65AC-22E2750775E4}"/>
    <pc:docChg chg="modSld">
      <pc:chgData name="井上　勝也" userId="S::fko2647048@stu.o-hara.ac.jp::b293d7cb-8bcd-4754-935e-0d5bc6b7f2bf" providerId="AD" clId="Web-{F6EDF22D-14FA-9D94-65AC-22E2750775E4}" dt="2026-09-01T04:49:32.404" v="24" actId="20577"/>
      <pc:docMkLst>
        <pc:docMk/>
      </pc:docMkLst>
      <pc:sldChg chg="modSp">
        <pc:chgData name="井上　勝也" userId="S::fko2647048@stu.o-hara.ac.jp::b293d7cb-8bcd-4754-935e-0d5bc6b7f2bf" providerId="AD" clId="Web-{F6EDF22D-14FA-9D94-65AC-22E2750775E4}" dt="2026-09-01T04:49:32.404" v="24" actId="20577"/>
        <pc:sldMkLst>
          <pc:docMk/>
          <pc:sldMk cId="3260024159" sldId="285"/>
        </pc:sldMkLst>
        <pc:spChg chg="mod">
          <ac:chgData name="井上　勝也" userId="S::fko2647048@stu.o-hara.ac.jp::b293d7cb-8bcd-4754-935e-0d5bc6b7f2bf" providerId="AD" clId="Web-{F6EDF22D-14FA-9D94-65AC-22E2750775E4}" dt="2026-09-01T04:49:13.560" v="20" actId="20577"/>
          <ac:spMkLst>
            <pc:docMk/>
            <pc:sldMk cId="3260024159" sldId="285"/>
            <ac:spMk id="4" creationId="{00000000-0000-0000-0000-000000000000}"/>
          </ac:spMkLst>
        </pc:spChg>
        <pc:spChg chg="mod">
          <ac:chgData name="井上　勝也" userId="S::fko2647048@stu.o-hara.ac.jp::b293d7cb-8bcd-4754-935e-0d5bc6b7f2bf" providerId="AD" clId="Web-{F6EDF22D-14FA-9D94-65AC-22E2750775E4}" dt="2026-09-01T04:48:33.371" v="9" actId="20577"/>
          <ac:spMkLst>
            <pc:docMk/>
            <pc:sldMk cId="3260024159" sldId="285"/>
            <ac:spMk id="9" creationId="{00000000-0000-0000-0000-000000000000}"/>
          </ac:spMkLst>
        </pc:spChg>
        <pc:spChg chg="mod">
          <ac:chgData name="井上　勝也" userId="S::fko2647048@stu.o-hara.ac.jp::b293d7cb-8bcd-4754-935e-0d5bc6b7f2bf" providerId="AD" clId="Web-{F6EDF22D-14FA-9D94-65AC-22E2750775E4}" dt="2026-09-01T04:49:32.404" v="24" actId="20577"/>
          <ac:spMkLst>
            <pc:docMk/>
            <pc:sldMk cId="3260024159" sldId="285"/>
            <ac:spMk id="10" creationId="{00000000-0000-0000-0000-000000000000}"/>
          </ac:spMkLst>
        </pc:spChg>
        <pc:picChg chg="mod">
          <ac:chgData name="井上　勝也" userId="S::fko2647048@stu.o-hara.ac.jp::b293d7cb-8bcd-4754-935e-0d5bc6b7f2bf" providerId="AD" clId="Web-{F6EDF22D-14FA-9D94-65AC-22E2750775E4}" dt="2026-09-01T04:49:22.919" v="22" actId="1076"/>
          <ac:picMkLst>
            <pc:docMk/>
            <pc:sldMk cId="3260024159" sldId="285"/>
            <ac:picMk id="12" creationId="{00000000-0000-0000-0000-000000000000}"/>
          </ac:picMkLst>
        </pc:picChg>
      </pc:sldChg>
    </pc:docChg>
  </pc:docChgLst>
  <pc:docChgLst>
    <pc:chgData name="入江　ゆうひ" userId="S::fko2647024@stu.o-hara.ac.jp::c072ef58-f4aa-43bb-a6a6-f946e6665154" providerId="AD" clId="Web-{00000000-0000-0000-0000-000000000000}"/>
    <pc:docChg chg="modSld">
      <pc:chgData name="入江　ゆうひ" userId="S::fko2647024@stu.o-hara.ac.jp::c072ef58-f4aa-43bb-a6a6-f946e6665154" providerId="AD" clId="Web-{00000000-0000-0000-0000-000000000000}" dt="2026-09-01T03:33:13.430" v="32" actId="20577"/>
      <pc:docMkLst>
        <pc:docMk/>
      </pc:docMkLst>
      <pc:sldChg chg="modSp">
        <pc:chgData name="入江　ゆうひ" userId="S::fko2647024@stu.o-hara.ac.jp::c072ef58-f4aa-43bb-a6a6-f946e6665154" providerId="AD" clId="Web-{00000000-0000-0000-0000-000000000000}" dt="2026-09-01T03:33:13.430" v="32" actId="20577"/>
        <pc:sldMkLst>
          <pc:docMk/>
          <pc:sldMk cId="3951316569" sldId="274"/>
        </pc:sldMkLst>
        <pc:spChg chg="mod">
          <ac:chgData name="入江　ゆうひ" userId="S::fko2647024@stu.o-hara.ac.jp::c072ef58-f4aa-43bb-a6a6-f946e6665154" providerId="AD" clId="Web-{00000000-0000-0000-0000-000000000000}" dt="2026-09-01T03:33:13.430" v="32" actId="20577"/>
          <ac:spMkLst>
            <pc:docMk/>
            <pc:sldMk cId="3951316569" sldId="274"/>
            <ac:spMk id="4" creationId="{00000000-0000-0000-0000-000000000000}"/>
          </ac:spMkLst>
        </pc:spChg>
        <pc:spChg chg="mod">
          <ac:chgData name="入江　ゆうひ" userId="S::fko2647024@stu.o-hara.ac.jp::c072ef58-f4aa-43bb-a6a6-f946e6665154" providerId="AD" clId="Web-{00000000-0000-0000-0000-000000000000}" dt="2026-09-01T03:33:03.070" v="25" actId="20577"/>
          <ac:spMkLst>
            <pc:docMk/>
            <pc:sldMk cId="3951316569" sldId="274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F923D-5D06-4364-8DAB-C0F9132149B8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D72C-2BDF-4991-A649-5C1F0B55C1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見本</a:t>
            </a:r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833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30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194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828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172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93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813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325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981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558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538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275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0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132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341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730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24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5604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9592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871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02175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628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2882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426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0359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1838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888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5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59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1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09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31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57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6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75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0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28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2A35D-6E50-428D-AB3E-CCB13097CFBD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7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17595" y="1656879"/>
            <a:ext cx="5934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カプコン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841819" y="668706"/>
            <a:ext cx="6975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60616" y="3196621"/>
            <a:ext cx="30707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6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見本</a:t>
            </a:r>
          </a:p>
        </p:txBody>
      </p:sp>
    </p:spTree>
    <p:extLst>
      <p:ext uri="{BB962C8B-B14F-4D97-AF65-F5344CB8AC3E}">
        <p14:creationId xmlns:p14="http://schemas.microsoft.com/office/powerpoint/2010/main" val="300054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023797" y="1600159"/>
            <a:ext cx="44399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企業名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623719" y="624102"/>
            <a:ext cx="6975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職種</a:t>
            </a:r>
          </a:p>
        </p:txBody>
      </p:sp>
    </p:spTree>
    <p:extLst>
      <p:ext uri="{BB962C8B-B14F-4D97-AF65-F5344CB8AC3E}">
        <p14:creationId xmlns:p14="http://schemas.microsoft.com/office/powerpoint/2010/main" val="260832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196332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16D2DEC-BEF7-41C5-9218-0CAA4FFCCCEC}"/>
              </a:ext>
            </a:extLst>
          </p:cNvPr>
          <p:cNvSpPr txBox="1"/>
          <p:nvPr/>
        </p:nvSpPr>
        <p:spPr>
          <a:xfrm>
            <a:off x="1772468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5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背景モデラー</a:t>
            </a:r>
          </a:p>
        </p:txBody>
      </p:sp>
    </p:spTree>
    <p:extLst>
      <p:ext uri="{BB962C8B-B14F-4D97-AF65-F5344CB8AC3E}">
        <p14:creationId xmlns:p14="http://schemas.microsoft.com/office/powerpoint/2010/main" val="292259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1B769C2-5818-43BA-98C5-575E22E9BD25}"/>
              </a:ext>
            </a:extLst>
          </p:cNvPr>
          <p:cNvSpPr txBox="1"/>
          <p:nvPr/>
        </p:nvSpPr>
        <p:spPr>
          <a:xfrm>
            <a:off x="1367790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5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</a:t>
            </a:r>
            <a:r>
              <a:rPr kumimoji="1" lang="ja-JP" altLang="en-US" sz="115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</a:t>
            </a:r>
          </a:p>
        </p:txBody>
      </p:sp>
    </p:spTree>
    <p:extLst>
      <p:ext uri="{BB962C8B-B14F-4D97-AF65-F5344CB8AC3E}">
        <p14:creationId xmlns:p14="http://schemas.microsoft.com/office/powerpoint/2010/main" val="1124423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59F3CB-64F2-46AE-A1E7-335FFB1F0458}"/>
              </a:ext>
            </a:extLst>
          </p:cNvPr>
          <p:cNvSpPr txBox="1"/>
          <p:nvPr/>
        </p:nvSpPr>
        <p:spPr>
          <a:xfrm>
            <a:off x="2352435" y="1438145"/>
            <a:ext cx="98404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映像業界</a:t>
            </a:r>
          </a:p>
        </p:txBody>
      </p:sp>
    </p:spTree>
    <p:extLst>
      <p:ext uri="{BB962C8B-B14F-4D97-AF65-F5344CB8AC3E}">
        <p14:creationId xmlns:p14="http://schemas.microsoft.com/office/powerpoint/2010/main" val="264078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651D97-234A-4F05-9568-D8DE18FAA261}"/>
              </a:ext>
            </a:extLst>
          </p:cNvPr>
          <p:cNvSpPr txBox="1"/>
          <p:nvPr/>
        </p:nvSpPr>
        <p:spPr>
          <a:xfrm>
            <a:off x="3617595" y="1320730"/>
            <a:ext cx="46146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6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VFX</a:t>
            </a:r>
            <a:endParaRPr kumimoji="1" lang="ja-JP" altLang="en-US" sz="15600" b="1">
              <a:solidFill>
                <a:srgbClr val="ED7A9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668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2E71EA2-D67D-4FF3-8630-9A771CEFC194}"/>
              </a:ext>
            </a:extLst>
          </p:cNvPr>
          <p:cNvSpPr txBox="1"/>
          <p:nvPr/>
        </p:nvSpPr>
        <p:spPr>
          <a:xfrm>
            <a:off x="2062432" y="1592034"/>
            <a:ext cx="867645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エフェクト</a:t>
            </a:r>
          </a:p>
        </p:txBody>
      </p:sp>
    </p:spTree>
    <p:extLst>
      <p:ext uri="{BB962C8B-B14F-4D97-AF65-F5344CB8AC3E}">
        <p14:creationId xmlns:p14="http://schemas.microsoft.com/office/powerpoint/2010/main" val="268150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41B365-C3A2-4E2D-A48E-0E8E91E14578}"/>
              </a:ext>
            </a:extLst>
          </p:cNvPr>
          <p:cNvSpPr txBox="1"/>
          <p:nvPr/>
        </p:nvSpPr>
        <p:spPr>
          <a:xfrm>
            <a:off x="1194012" y="1592034"/>
            <a:ext cx="11861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8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ジェネラリスト</a:t>
            </a:r>
          </a:p>
        </p:txBody>
      </p:sp>
    </p:spTree>
    <p:extLst>
      <p:ext uri="{BB962C8B-B14F-4D97-AF65-F5344CB8AC3E}">
        <p14:creationId xmlns:p14="http://schemas.microsoft.com/office/powerpoint/2010/main" val="360980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595B71E-D9B9-436B-B200-653349426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114FF6-4EC7-465F-B253-E7B607605BB1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71D7F0-5E2F-481B-9A3D-CA569E703BD4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D9122C-42C8-4C2D-AD5D-BCB652840728}"/>
              </a:ext>
            </a:extLst>
          </p:cNvPr>
          <p:cNvSpPr txBox="1"/>
          <p:nvPr/>
        </p:nvSpPr>
        <p:spPr>
          <a:xfrm>
            <a:off x="706515" y="1784824"/>
            <a:ext cx="11706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7000" b="1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モーショングラフィックス</a:t>
            </a:r>
          </a:p>
        </p:txBody>
      </p:sp>
    </p:spTree>
    <p:extLst>
      <p:ext uri="{BB962C8B-B14F-4D97-AF65-F5344CB8AC3E}">
        <p14:creationId xmlns:p14="http://schemas.microsoft.com/office/powerpoint/2010/main" val="69255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249556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72468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5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背景モデラー</a:t>
            </a:r>
          </a:p>
        </p:txBody>
      </p:sp>
    </p:spTree>
    <p:extLst>
      <p:ext uri="{BB962C8B-B14F-4D97-AF65-F5344CB8AC3E}">
        <p14:creationId xmlns:p14="http://schemas.microsoft.com/office/powerpoint/2010/main" val="1658242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367790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5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</a:t>
            </a:r>
            <a:r>
              <a:rPr kumimoji="1" lang="ja-JP" altLang="en-US" sz="115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</a:t>
            </a:r>
          </a:p>
        </p:txBody>
      </p:sp>
    </p:spTree>
    <p:extLst>
      <p:ext uri="{BB962C8B-B14F-4D97-AF65-F5344CB8AC3E}">
        <p14:creationId xmlns:p14="http://schemas.microsoft.com/office/powerpoint/2010/main" val="3649209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352435" y="1438145"/>
            <a:ext cx="98404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映像業界</a:t>
            </a:r>
          </a:p>
        </p:txBody>
      </p:sp>
    </p:spTree>
    <p:extLst>
      <p:ext uri="{BB962C8B-B14F-4D97-AF65-F5344CB8AC3E}">
        <p14:creationId xmlns:p14="http://schemas.microsoft.com/office/powerpoint/2010/main" val="95965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17595" y="1320730"/>
            <a:ext cx="46146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6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VFX</a:t>
            </a:r>
            <a:endParaRPr kumimoji="1" lang="ja-JP" altLang="en-US" sz="15600" b="1">
              <a:solidFill>
                <a:srgbClr val="71AAD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774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062432" y="1592034"/>
            <a:ext cx="867645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エフェクト</a:t>
            </a:r>
          </a:p>
        </p:txBody>
      </p:sp>
    </p:spTree>
    <p:extLst>
      <p:ext uri="{BB962C8B-B14F-4D97-AF65-F5344CB8AC3E}">
        <p14:creationId xmlns:p14="http://schemas.microsoft.com/office/powerpoint/2010/main" val="3539978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94012" y="1592034"/>
            <a:ext cx="11861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8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ジェネラリスト</a:t>
            </a:r>
          </a:p>
        </p:txBody>
      </p:sp>
    </p:spTree>
    <p:extLst>
      <p:ext uri="{BB962C8B-B14F-4D97-AF65-F5344CB8AC3E}">
        <p14:creationId xmlns:p14="http://schemas.microsoft.com/office/powerpoint/2010/main" val="1370625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06515" y="1784824"/>
            <a:ext cx="11706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70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モーショングラフィックス</a:t>
            </a:r>
          </a:p>
        </p:txBody>
      </p:sp>
    </p:spTree>
    <p:extLst>
      <p:ext uri="{BB962C8B-B14F-4D97-AF65-F5344CB8AC3E}">
        <p14:creationId xmlns:p14="http://schemas.microsoft.com/office/powerpoint/2010/main" val="3363795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616340" y="3558816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4400" b="1" spc="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ひろた</a:t>
            </a:r>
            <a:r>
              <a:rPr kumimoji="1" lang="ja-JP" altLang="en-US" sz="4400" b="1" spc="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りょう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廣田　凌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3937845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72468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5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背景モデラー</a:t>
            </a:r>
          </a:p>
        </p:txBody>
      </p:sp>
    </p:spTree>
    <p:extLst>
      <p:ext uri="{BB962C8B-B14F-4D97-AF65-F5344CB8AC3E}">
        <p14:creationId xmlns:p14="http://schemas.microsoft.com/office/powerpoint/2010/main" val="1025751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345160" y="3429000"/>
            <a:ext cx="9164849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いのうえ</a:t>
            </a:r>
            <a:r>
              <a:rPr kumimoji="1"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　　</a:t>
            </a:r>
            <a:r>
              <a:rPr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　　　かつや</a:t>
            </a:r>
            <a:endParaRPr kumimoji="1" lang="ja-JP" altLang="en-US" sz="4400" b="1" spc="600">
              <a:solidFill>
                <a:schemeClr val="bg1"/>
              </a:solidFill>
              <a:latin typeface="メイリオ"/>
              <a:ea typeface="メイリオ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>
                <a:solidFill>
                  <a:schemeClr val="bg1"/>
                </a:solidFill>
                <a:latin typeface="メイリオ"/>
                <a:ea typeface="メイリオ"/>
              </a:rPr>
              <a:t>井上　勝也</a:t>
            </a:r>
            <a:endParaRPr lang="ja-JP" altLang="en-US" sz="138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959637" y="1552853"/>
            <a:ext cx="10857682" cy="1862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1500" b="1">
                <a:solidFill>
                  <a:srgbClr val="FEEBB5"/>
                </a:solidFill>
                <a:latin typeface="メイリオ"/>
                <a:ea typeface="メイリオ"/>
              </a:rPr>
              <a:t>　   </a:t>
            </a:r>
            <a:r>
              <a:rPr kumimoji="1" lang="ja-JP" altLang="en-US" sz="11500" b="1">
                <a:solidFill>
                  <a:srgbClr val="FEEBB5"/>
                </a:solidFill>
                <a:latin typeface="メイリオ"/>
                <a:ea typeface="メイリオ"/>
              </a:rPr>
              <a:t>モデラー</a:t>
            </a:r>
          </a:p>
        </p:txBody>
      </p:sp>
    </p:spTree>
    <p:extLst>
      <p:ext uri="{BB962C8B-B14F-4D97-AF65-F5344CB8AC3E}">
        <p14:creationId xmlns:p14="http://schemas.microsoft.com/office/powerpoint/2010/main" val="3260024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66456" y="3418268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おおはら　たろう</a:t>
            </a:r>
            <a:endParaRPr lang="ja-JP" altLang="en-US" sz="4400" b="1" spc="6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28097" y="4098053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>
                <a:solidFill>
                  <a:schemeClr val="bg1"/>
                </a:solidFill>
                <a:latin typeface="メイリオ"/>
                <a:ea typeface="メイリオ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367790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5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</a:t>
            </a:r>
            <a:r>
              <a:rPr kumimoji="1" lang="ja-JP" altLang="en-US" sz="115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</a:t>
            </a:r>
          </a:p>
        </p:txBody>
      </p:sp>
    </p:spTree>
    <p:extLst>
      <p:ext uri="{BB962C8B-B14F-4D97-AF65-F5344CB8AC3E}">
        <p14:creationId xmlns:p14="http://schemas.microsoft.com/office/powerpoint/2010/main" val="3951316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C13EBD64-F6D2-4722-B525-D6A2EC790A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C94CF06-3ACA-4A15-8121-5CE2FE8312B5}"/>
              </a:ext>
            </a:extLst>
          </p:cNvPr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482375-B6C7-44F5-A529-06ADE781BCC7}"/>
              </a:ext>
            </a:extLst>
          </p:cNvPr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352435" y="1438145"/>
            <a:ext cx="98404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映像業界</a:t>
            </a:r>
          </a:p>
        </p:txBody>
      </p:sp>
    </p:spTree>
    <p:extLst>
      <p:ext uri="{BB962C8B-B14F-4D97-AF65-F5344CB8AC3E}">
        <p14:creationId xmlns:p14="http://schemas.microsoft.com/office/powerpoint/2010/main" val="3175199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おおはら　　たろう</a:t>
            </a:r>
            <a:endParaRPr lang="en-US" altLang="ja-JP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32588" y="4198289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>
                <a:solidFill>
                  <a:schemeClr val="bg1"/>
                </a:solidFill>
                <a:latin typeface="メイリオ"/>
                <a:ea typeface="メイリオ"/>
              </a:rPr>
              <a:t>大原 太郎</a:t>
            </a:r>
            <a:endParaRPr lang="en-US" altLang="ja-JP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17595" y="1320730"/>
            <a:ext cx="46146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6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VFX</a:t>
            </a:r>
            <a:endParaRPr kumimoji="1" lang="ja-JP" altLang="en-US" sz="15600" b="1">
              <a:solidFill>
                <a:srgbClr val="FEEBB5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8197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062432" y="1592034"/>
            <a:ext cx="867645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エフェクト</a:t>
            </a:r>
          </a:p>
        </p:txBody>
      </p:sp>
    </p:spTree>
    <p:extLst>
      <p:ext uri="{BB962C8B-B14F-4D97-AF65-F5344CB8AC3E}">
        <p14:creationId xmlns:p14="http://schemas.microsoft.com/office/powerpoint/2010/main" val="182817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94012" y="1592034"/>
            <a:ext cx="11861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8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ジェネラリスト</a:t>
            </a:r>
          </a:p>
        </p:txBody>
      </p:sp>
    </p:spTree>
    <p:extLst>
      <p:ext uri="{BB962C8B-B14F-4D97-AF65-F5344CB8AC3E}">
        <p14:creationId xmlns:p14="http://schemas.microsoft.com/office/powerpoint/2010/main" val="2738326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29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12663" y="3429000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おおはら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276780" y="4202497"/>
            <a:ext cx="11033051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>
                <a:solidFill>
                  <a:schemeClr val="bg1"/>
                </a:solidFill>
                <a:latin typeface="メイリオ"/>
                <a:ea typeface="メイリオ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06515" y="1784824"/>
            <a:ext cx="11706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70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モーショングラフィックス</a:t>
            </a:r>
          </a:p>
        </p:txBody>
      </p:sp>
    </p:spTree>
    <p:extLst>
      <p:ext uri="{BB962C8B-B14F-4D97-AF65-F5344CB8AC3E}">
        <p14:creationId xmlns:p14="http://schemas.microsoft.com/office/powerpoint/2010/main" val="189620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8a3c11-7ac2-46ba-89ce-8b2d5c9f76f8">
      <Terms xmlns="http://schemas.microsoft.com/office/infopath/2007/PartnerControls"/>
    </lcf76f155ced4ddcb4097134ff3c332f>
    <TaxCatchAll xmlns="04574505-c322-4981-8ebb-5d25af8d4de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C7952A5A25B2543AB99BC9B879A46ED" ma:contentTypeVersion="14" ma:contentTypeDescription="新しいドキュメントを作成します。" ma:contentTypeScope="" ma:versionID="378c6233668a9447849bb9fa1d91965b">
  <xsd:schema xmlns:xsd="http://www.w3.org/2001/XMLSchema" xmlns:xs="http://www.w3.org/2001/XMLSchema" xmlns:p="http://schemas.microsoft.com/office/2006/metadata/properties" xmlns:ns2="098a3c11-7ac2-46ba-89ce-8b2d5c9f76f8" xmlns:ns3="04574505-c322-4981-8ebb-5d25af8d4de8" targetNamespace="http://schemas.microsoft.com/office/2006/metadata/properties" ma:root="true" ma:fieldsID="692b4d3ccc4bf81a346a99b32e7736ba" ns2:_="" ns3:_="">
    <xsd:import namespace="098a3c11-7ac2-46ba-89ce-8b2d5c9f76f8"/>
    <xsd:import namespace="04574505-c322-4981-8ebb-5d25af8d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a3c11-7ac2-46ba-89ce-8b2d5c9f76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74505-c322-4981-8ebb-5d25af8d4de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4953b2-95a8-4edc-80ea-e32e032fc8ac}" ma:internalName="TaxCatchAll" ma:showField="CatchAllData" ma:web="04574505-c322-4981-8ebb-5d25af8d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076C90-A5BD-423D-8149-F08F7F4C21D9}">
  <ds:schemaRefs>
    <ds:schemaRef ds:uri="04574505-c322-4981-8ebb-5d25af8d4de8"/>
    <ds:schemaRef ds:uri="098a3c11-7ac2-46ba-89ce-8b2d5c9f76f8"/>
    <ds:schemaRef ds:uri="5e9e0b18-8453-4a04-a373-e0e85bf42eab"/>
    <ds:schemaRef ds:uri="6001532f-c5fd-4900-afb7-d8b6da35c7ac"/>
    <ds:schemaRef ds:uri="623c1f4e-13ae-46f4-94ff-76f6b79c6399"/>
    <ds:schemaRef ds:uri="8f9db590-ec8a-4a7b-bfda-d3307d2d00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69179F-6D29-4B13-BCB3-15186BB177CB}">
  <ds:schemaRefs>
    <ds:schemaRef ds:uri="04574505-c322-4981-8ebb-5d25af8d4de8"/>
    <ds:schemaRef ds:uri="098a3c11-7ac2-46ba-89ce-8b2d5c9f76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980775-8E62-4B38-B8CC-76E0047B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ワイド画面</PresentationFormat>
  <Paragraphs>194</Paragraphs>
  <Slides>27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2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泉 政俊</dc:creator>
  <cp:lastModifiedBy>廣田　凌</cp:lastModifiedBy>
  <cp:revision>2</cp:revision>
  <dcterms:created xsi:type="dcterms:W3CDTF">2024-09-09T02:43:12Z</dcterms:created>
  <dcterms:modified xsi:type="dcterms:W3CDTF">2026-09-02T02:12:29Z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0x0101009C7952A5A25B2543AB99BC9B879A46ED</vt:lpwstr>
  </property>
  <property fmtid="{D5CDD505-2E9C-101B-9397-08002B2CF9AE}" pid="3" name="MediaServiceImageTags">
    <vt:lpwstr/>
  </property>
</Properties>
</file>